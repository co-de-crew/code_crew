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1"/>
  </p:sldMasterIdLst>
  <p:notesMasterIdLst>
    <p:notesMasterId r:id="rId14"/>
  </p:notesMasterIdLst>
  <p:sldIdLst>
    <p:sldId id="265" r:id="rId2"/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52C7-C9A3-4A73-802C-1A334376FB05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399F3-555F-4514-A1F8-90D06BD59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3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399F3-555F-4514-A1F8-90D06BD594F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5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0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55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018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4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66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255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46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52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96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9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732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357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8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19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6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E1C5BC9-58CD-40ED-B59C-C9D205D3C61D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84CBDA3-4053-4A18-97E0-D029930AF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1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EF43-BE82-28D3-6A36-A63174E9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475" y="345273"/>
            <a:ext cx="8610600" cy="955207"/>
          </a:xfrm>
        </p:spPr>
        <p:txBody>
          <a:bodyPr/>
          <a:lstStyle/>
          <a:p>
            <a:r>
              <a:rPr lang="en-US" b="1" i="1" dirty="0"/>
              <a:t>“SMART INDIA HACKATHON 2024”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AA4F-517B-5922-EE87-677FBC7F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" y="2357120"/>
            <a:ext cx="10099040" cy="43281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i="1" dirty="0">
                <a:solidFill>
                  <a:srgbClr val="FF0000"/>
                </a:solidFill>
              </a:rPr>
              <a:t>PROBLEM STATEMENT ID- </a:t>
            </a:r>
            <a:r>
              <a:rPr lang="en-US" sz="3200" b="1" i="1" dirty="0"/>
              <a:t>SIH1648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b="1" i="1" dirty="0">
                <a:solidFill>
                  <a:srgbClr val="FF0000"/>
                </a:solidFill>
              </a:rPr>
              <a:t>PROBLEM STATEMENT TITLE- </a:t>
            </a:r>
            <a:r>
              <a:rPr lang="en-IN" sz="3200" b="1" i="1" dirty="0"/>
              <a:t>“ONLINE CHATBOT BASED TICKETING SYSTEM”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b="1" i="1" dirty="0">
                <a:solidFill>
                  <a:srgbClr val="FF0000"/>
                </a:solidFill>
              </a:rPr>
              <a:t>THEME-</a:t>
            </a:r>
            <a:r>
              <a:rPr lang="en-IN" sz="3200" b="1" i="1" dirty="0"/>
              <a:t> “TRAVEL&amp;TOURISM”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b="1" i="1" dirty="0">
                <a:solidFill>
                  <a:srgbClr val="FF0000"/>
                </a:solidFill>
              </a:rPr>
              <a:t>PS CATEGORY- </a:t>
            </a:r>
            <a:r>
              <a:rPr lang="en-IN" sz="3200" b="1" i="1" dirty="0"/>
              <a:t>“SOFTWARE”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b="1" i="1" dirty="0">
                <a:solidFill>
                  <a:srgbClr val="FF0000"/>
                </a:solidFill>
              </a:rPr>
              <a:t>TEAM NAME-</a:t>
            </a:r>
            <a:r>
              <a:rPr lang="en-IN" sz="3200" b="1" i="1" dirty="0"/>
              <a:t>”TEAM CODE CREW</a:t>
            </a:r>
            <a:r>
              <a:rPr lang="en-IN" b="1" i="1" dirty="0"/>
              <a:t>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62E356-D02C-FE8D-247B-2ED5D8D16451}"/>
              </a:ext>
            </a:extLst>
          </p:cNvPr>
          <p:cNvSpPr/>
          <p:nvPr/>
        </p:nvSpPr>
        <p:spPr>
          <a:xfrm>
            <a:off x="1849120" y="558716"/>
            <a:ext cx="8188960" cy="5283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78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93358">
        <p14:reveal/>
      </p:transition>
    </mc:Choice>
    <mc:Fallback xmlns="">
      <p:transition spd="slow" advTm="193358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DF69-6F18-A310-51D1-A76F7E1A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44" y="-228600"/>
            <a:ext cx="3549121" cy="1371600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2">
                    <a:lumMod val="75000"/>
                  </a:schemeClr>
                </a:solidFill>
              </a:rPr>
              <a:t>“</a:t>
            </a:r>
            <a:r>
              <a:rPr lang="en-US" sz="3200" b="1" i="1" u="sng" dirty="0">
                <a:solidFill>
                  <a:schemeClr val="accent2">
                    <a:lumMod val="75000"/>
                  </a:schemeClr>
                </a:solidFill>
              </a:rPr>
              <a:t>INTRODUCTION”</a:t>
            </a:r>
            <a:endParaRPr lang="en-IN" sz="3200" b="1" i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DFC51-AA09-26C3-BD36-D746344B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010" y="1702593"/>
            <a:ext cx="6240990" cy="5105401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4000" b="1" i="1" dirty="0"/>
              <a:t>Introducing our online” chat bot ticketing system  from our team</a:t>
            </a:r>
            <a:r>
              <a:rPr lang="en-US" sz="4000" b="1" i="1" dirty="0">
                <a:solidFill>
                  <a:schemeClr val="accent4"/>
                </a:solidFill>
              </a:rPr>
              <a:t> </a:t>
            </a:r>
          </a:p>
          <a:p>
            <a:pPr algn="l"/>
            <a:r>
              <a:rPr lang="en-US" sz="4000" b="1" i="1" dirty="0">
                <a:solidFill>
                  <a:schemeClr val="accent4"/>
                </a:solidFill>
              </a:rPr>
              <a:t>              “THE CODE CREW”        </a:t>
            </a:r>
          </a:p>
          <a:p>
            <a:pPr algn="l"/>
            <a:r>
              <a:rPr lang="en-US" sz="4000" b="1" i="1" dirty="0"/>
              <a:t>An advanced platform designed to automate and streamline the ticketing process.</a:t>
            </a:r>
          </a:p>
          <a:p>
            <a:pPr algn="l"/>
            <a:r>
              <a:rPr lang="en-US" sz="4000" b="1" i="1" dirty="0"/>
              <a:t>With 24/7 support it, efficiently handles ticket creation ,</a:t>
            </a:r>
            <a:r>
              <a:rPr lang="en-US" sz="4000" b="1" i="1" dirty="0" err="1"/>
              <a:t>tracking,and</a:t>
            </a:r>
            <a:r>
              <a:rPr lang="en-US" sz="4000" b="1" i="1" dirty="0"/>
              <a:t> resolution ,ensuring</a:t>
            </a:r>
          </a:p>
          <a:p>
            <a:pPr algn="l"/>
            <a:r>
              <a:rPr lang="en-US" sz="4000" b="1" i="1" dirty="0"/>
              <a:t>Timely assistance and enhanced user satisfaction.</a:t>
            </a:r>
          </a:p>
          <a:p>
            <a:pPr algn="l"/>
            <a:r>
              <a:rPr lang="en-US" sz="3700" b="1" i="1" dirty="0" err="1"/>
              <a:t>GOAL:Improve</a:t>
            </a:r>
            <a:r>
              <a:rPr lang="en-US" sz="3700" b="1" i="1" dirty="0"/>
              <a:t> </a:t>
            </a:r>
            <a:r>
              <a:rPr lang="en-US" sz="3700" b="1" i="1" dirty="0" err="1"/>
              <a:t>efficiency,reduce</a:t>
            </a:r>
            <a:r>
              <a:rPr lang="en-US" sz="3700" b="1" i="1" dirty="0"/>
              <a:t> response time ,and provide a seamless user experience</a:t>
            </a:r>
          </a:p>
          <a:p>
            <a:pPr algn="ctr"/>
            <a:endParaRPr lang="en-US" b="1" i="1" dirty="0">
              <a:solidFill>
                <a:schemeClr val="accent4"/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8FACB-2C54-6070-80C9-733E0F14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5" y="1809750"/>
            <a:ext cx="5686425" cy="36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5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141113">
        <p14:vortex dir="r"/>
      </p:transition>
    </mc:Choice>
    <mc:Fallback xmlns="">
      <p:transition spd="slow" advTm="14111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BD0C9-8249-6807-23EC-5F79AEF1B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966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3D833-21FE-A25D-2299-2F09696933DD}"/>
              </a:ext>
            </a:extLst>
          </p:cNvPr>
          <p:cNvSpPr txBox="1"/>
          <p:nvPr/>
        </p:nvSpPr>
        <p:spPr>
          <a:xfrm>
            <a:off x="6791325" y="1301845"/>
            <a:ext cx="2616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Finding shortest route </a:t>
            </a:r>
          </a:p>
          <a:p>
            <a:r>
              <a:rPr lang="en-US" dirty="0">
                <a:solidFill>
                  <a:schemeClr val="bg1"/>
                </a:solidFill>
              </a:rPr>
              <a:t>To minimize fare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94C1A-CF67-7BF2-49BA-959724597F23}"/>
              </a:ext>
            </a:extLst>
          </p:cNvPr>
          <p:cNvSpPr txBox="1"/>
          <p:nvPr/>
        </p:nvSpPr>
        <p:spPr>
          <a:xfrm>
            <a:off x="7543800" y="2226112"/>
            <a:ext cx="2585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Availing guide to the </a:t>
            </a:r>
          </a:p>
          <a:p>
            <a:r>
              <a:rPr lang="en-US" dirty="0">
                <a:solidFill>
                  <a:schemeClr val="bg1"/>
                </a:solidFill>
              </a:rPr>
              <a:t>tourists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9FBC4-1A8E-936A-F6E7-6DDF03BB8E70}"/>
              </a:ext>
            </a:extLst>
          </p:cNvPr>
          <p:cNvSpPr txBox="1"/>
          <p:nvPr/>
        </p:nvSpPr>
        <p:spPr>
          <a:xfrm>
            <a:off x="7886700" y="3258904"/>
            <a:ext cx="2760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Checking vacancy for </a:t>
            </a:r>
          </a:p>
          <a:p>
            <a:r>
              <a:rPr lang="en-US" dirty="0">
                <a:solidFill>
                  <a:schemeClr val="bg1"/>
                </a:solidFill>
              </a:rPr>
              <a:t>The taxi’s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5E472-2113-7E0A-4CC0-EAEA88710968}"/>
              </a:ext>
            </a:extLst>
          </p:cNvPr>
          <p:cNvSpPr txBox="1"/>
          <p:nvPr/>
        </p:nvSpPr>
        <p:spPr>
          <a:xfrm>
            <a:off x="7410694" y="4291696"/>
            <a:ext cx="2260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Giving best lodges</a:t>
            </a:r>
          </a:p>
          <a:p>
            <a:r>
              <a:rPr lang="en-US" dirty="0">
                <a:solidFill>
                  <a:schemeClr val="bg1"/>
                </a:solidFill>
              </a:rPr>
              <a:t>Local/Starred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A7BAD-908F-77AF-452A-DF4E0181E453}"/>
              </a:ext>
            </a:extLst>
          </p:cNvPr>
          <p:cNvSpPr txBox="1"/>
          <p:nvPr/>
        </p:nvSpPr>
        <p:spPr>
          <a:xfrm>
            <a:off x="6791325" y="5414962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Less errors of information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631A45-1A08-D8E6-D650-3C1B3FB481B3}"/>
              </a:ext>
            </a:extLst>
          </p:cNvPr>
          <p:cNvSpPr txBox="1"/>
          <p:nvPr/>
        </p:nvSpPr>
        <p:spPr>
          <a:xfrm>
            <a:off x="5819744" y="516546"/>
            <a:ext cx="2424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Providing best ideas</a:t>
            </a:r>
          </a:p>
          <a:p>
            <a:r>
              <a:rPr lang="en-US" dirty="0">
                <a:solidFill>
                  <a:schemeClr val="bg1"/>
                </a:solidFill>
              </a:rPr>
              <a:t>to visit places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2463A-196D-6D68-7611-D8BA2176463A}"/>
              </a:ext>
            </a:extLst>
          </p:cNvPr>
          <p:cNvSpPr txBox="1"/>
          <p:nvPr/>
        </p:nvSpPr>
        <p:spPr>
          <a:xfrm>
            <a:off x="2525759" y="2243793"/>
            <a:ext cx="1967975" cy="1964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To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Enhance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Services</a:t>
            </a:r>
            <a:endParaRPr lang="en-IN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57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8987-0069-941E-CFBC-E16E6B90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49" y="333375"/>
            <a:ext cx="8267701" cy="1028699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2">
                    <a:lumMod val="50000"/>
                  </a:schemeClr>
                </a:solidFill>
              </a:rPr>
              <a:t>PROBLEM STATEMENTS</a:t>
            </a:r>
            <a:r>
              <a:rPr lang="en-US" b="1" i="1" dirty="0">
                <a:solidFill>
                  <a:schemeClr val="accent2">
                    <a:lumMod val="50000"/>
                  </a:schemeClr>
                </a:solidFill>
              </a:rPr>
              <a:t>”</a:t>
            </a:r>
            <a:endParaRPr lang="en-IN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9D41-635D-F2D8-3D8A-38E36C943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474" y="2228851"/>
            <a:ext cx="5534026" cy="2666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2800" b="1" i="1" dirty="0">
                <a:solidFill>
                  <a:srgbClr val="C00000"/>
                </a:solidFill>
              </a:rPr>
              <a:t>“CURRENT ISSUES”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800" b="1" i="1" dirty="0"/>
              <a:t>Delayed ticket resolution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800" b="1" i="1" dirty="0"/>
              <a:t>High workload on support staff.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800" b="1" i="1" dirty="0" err="1"/>
              <a:t>Inconsitent</a:t>
            </a:r>
            <a:r>
              <a:rPr lang="en-US" sz="12800" b="1" i="1" dirty="0"/>
              <a:t> response quality.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800" b="1" i="1" dirty="0"/>
              <a:t>Limited support </a:t>
            </a:r>
            <a:r>
              <a:rPr lang="en-US" sz="12800" b="1" i="1" dirty="0" err="1"/>
              <a:t>availibity</a:t>
            </a:r>
            <a:r>
              <a:rPr lang="en-US" sz="12800" b="1" i="1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800" b="1" i="1" dirty="0"/>
          </a:p>
          <a:p>
            <a:pPr>
              <a:buFont typeface="Wingdings" panose="05000000000000000000" pitchFamily="2" charset="2"/>
              <a:buChar char="Ø"/>
            </a:pPr>
            <a:endParaRPr lang="en-US" sz="9800" b="1" i="1" dirty="0"/>
          </a:p>
          <a:p>
            <a:pPr marL="0" indent="0">
              <a:buNone/>
            </a:pPr>
            <a:endParaRPr lang="en-US" sz="98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98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b="1" i="1" dirty="0">
                <a:solidFill>
                  <a:srgbClr val="C00000"/>
                </a:solidFill>
              </a:rPr>
              <a:t>.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C8F110-6226-BCA9-A16A-72196A74F1E5}"/>
              </a:ext>
            </a:extLst>
          </p:cNvPr>
          <p:cNvSpPr/>
          <p:nvPr/>
        </p:nvSpPr>
        <p:spPr>
          <a:xfrm>
            <a:off x="3334631" y="2045817"/>
            <a:ext cx="5534026" cy="363855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7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300721">
        <p14:vortex dir="r"/>
      </p:transition>
    </mc:Choice>
    <mc:Fallback xmlns="">
      <p:transition spd="slow" advTm="30072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F4B5-4029-8A3B-051D-70C8CE96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687" y="209550"/>
            <a:ext cx="8810625" cy="1038225"/>
          </a:xfrm>
        </p:spPr>
        <p:txBody>
          <a:bodyPr/>
          <a:lstStyle/>
          <a:p>
            <a:r>
              <a:rPr lang="en-US" b="1" i="1" u="sng" dirty="0">
                <a:solidFill>
                  <a:schemeClr val="accent2">
                    <a:lumMod val="75000"/>
                  </a:schemeClr>
                </a:solidFill>
              </a:rPr>
              <a:t>“SOLUTION OVERVIEW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”</a:t>
            </a:r>
            <a:endParaRPr lang="en-IN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45493-B8D3-1AD4-CD5B-5B4C2E386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547" y="2724150"/>
            <a:ext cx="9905205" cy="971550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1200" b="1" i="1" dirty="0">
                <a:solidFill>
                  <a:srgbClr val="FF0000"/>
                </a:solidFill>
              </a:rPr>
              <a:t>CHATBOT - BASED TICKETING SYSTEM: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200" b="1" i="1" dirty="0"/>
              <a:t>Automated ticket creation and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200" b="1" i="1" dirty="0"/>
              <a:t>24/7 support with instant responses.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200" b="1" i="1" dirty="0"/>
              <a:t>Intelligent routing and prioritization.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1200" b="1" i="1" dirty="0"/>
              <a:t>User-friendly interface for both customers and support staff.</a:t>
            </a:r>
          </a:p>
          <a:p>
            <a:pPr marL="0" indent="0">
              <a:buNone/>
            </a:pPr>
            <a:endParaRPr lang="en-US" b="1" i="1" dirty="0"/>
          </a:p>
          <a:p>
            <a:pPr>
              <a:buFont typeface="Wingdings" panose="05000000000000000000" pitchFamily="2" charset="2"/>
              <a:buChar char="Ø"/>
            </a:pPr>
            <a:endParaRPr lang="en-US" sz="2600" b="1" i="1" dirty="0"/>
          </a:p>
          <a:p>
            <a:pPr marL="0" indent="0">
              <a:buNone/>
            </a:pP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80941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186">
        <p14:honeycomb/>
      </p:transition>
    </mc:Choice>
    <mc:Fallback xmlns="">
      <p:transition spd="slow" advTm="25918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0A24-59DC-2849-63C2-0324DED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6" y="-274895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b="1" i="1" u="sng" dirty="0">
                <a:solidFill>
                  <a:schemeClr val="accent2"/>
                </a:solidFill>
              </a:rPr>
              <a:t>“KEY FEATURES”</a:t>
            </a:r>
            <a:endParaRPr lang="en-IN" sz="4800" b="1" i="1" u="sng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98D78-DC52-02C0-020E-4771736B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10" y="1742388"/>
            <a:ext cx="6083119" cy="23260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/>
                </a:solidFill>
              </a:rPr>
              <a:t>AUTOMATED TICKET CREATIONS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/>
              <a:t>User initiates a chat; the bot gathers the details and creates the ticket.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solidFill>
                  <a:schemeClr val="accent4"/>
                </a:solidFill>
              </a:rPr>
              <a:t>INTELLIGENT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/>
              <a:t>Routes ticket to appropriate department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i="1" dirty="0"/>
          </a:p>
          <a:p>
            <a:pPr marL="3657600" lvl="8" indent="0">
              <a:buNone/>
            </a:pPr>
            <a:endParaRPr lang="en-US" b="1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79659-78AA-2480-8CB4-2B60E22E4BCD}"/>
              </a:ext>
            </a:extLst>
          </p:cNvPr>
          <p:cNvSpPr/>
          <p:nvPr/>
        </p:nvSpPr>
        <p:spPr>
          <a:xfrm>
            <a:off x="1489435" y="1338606"/>
            <a:ext cx="45719" cy="75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0E6DC-3D20-96E7-4306-341713198CAF}"/>
              </a:ext>
            </a:extLst>
          </p:cNvPr>
          <p:cNvSpPr txBox="1"/>
          <p:nvPr/>
        </p:nvSpPr>
        <p:spPr>
          <a:xfrm>
            <a:off x="5712642" y="3644060"/>
            <a:ext cx="6083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chemeClr val="accent4"/>
                </a:solidFill>
              </a:rPr>
              <a:t>PRIORITIZATION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b="1" i="1" dirty="0"/>
              <a:t>Automatically prioritizes ticket based on urgency and keywords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chemeClr val="accent4"/>
                </a:solidFill>
              </a:rPr>
              <a:t>REAL TIME UPDATES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b="1" i="1" dirty="0"/>
              <a:t>Provide real time updates and resolution times</a:t>
            </a:r>
            <a:endParaRPr lang="en-IN" sz="2400" b="1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0724EE-B5D7-D454-F10E-CD7DC529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1343" y="3644060"/>
            <a:ext cx="4531665" cy="3021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6872F7-8205-052F-9610-E8C92348B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07440" y="966886"/>
            <a:ext cx="3730370" cy="248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2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229200">
        <p14:ripple/>
      </p:transition>
    </mc:Choice>
    <mc:Fallback xmlns="">
      <p:transition spd="slow" advTm="2292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A86E-54B4-6DAC-6F8D-4A998742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60" y="190500"/>
            <a:ext cx="10018713" cy="1752599"/>
          </a:xfrm>
        </p:spPr>
        <p:txBody>
          <a:bodyPr/>
          <a:lstStyle/>
          <a:p>
            <a:r>
              <a:rPr lang="en-US" b="1" i="1" u="sng" dirty="0">
                <a:solidFill>
                  <a:schemeClr val="accent2">
                    <a:lumMod val="75000"/>
                  </a:schemeClr>
                </a:solidFill>
              </a:rPr>
              <a:t>“PROBLEM SOLVING APPROCHES”</a:t>
            </a:r>
            <a:endParaRPr lang="en-IN" b="1" i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8905-D393-147B-8072-1AE6B0D0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065" y="2247899"/>
            <a:ext cx="10018713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REDUCE RESPONSE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Use predefined templates and AI generate instant responses.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ENHANCE ACCURACY: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Train the chatbot with machine learning models to improve understanding and responses.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USER EXPERIENCE: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Design an intuitive interface with easy navigation and clear instructions.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2178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curtains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CC3C-E7B4-A40F-57AF-C5462B41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2" y="478960"/>
            <a:ext cx="10018713" cy="1114720"/>
          </a:xfrm>
        </p:spPr>
        <p:txBody>
          <a:bodyPr/>
          <a:lstStyle/>
          <a:p>
            <a:r>
              <a:rPr lang="en-US" b="1" i="1" u="sng" dirty="0">
                <a:solidFill>
                  <a:srgbClr val="FFFF00"/>
                </a:solidFill>
              </a:rPr>
              <a:t>“IMPLEMENTATION STRATEGY”</a:t>
            </a:r>
            <a:endParaRPr lang="en-IN" b="1" i="1" u="sng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7CC4-B6B2-F0E6-D99D-E4BB26EBC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2216084"/>
            <a:ext cx="10018713" cy="43202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solidFill>
                  <a:srgbClr val="C00000"/>
                </a:solidFill>
              </a:rPr>
              <a:t>PHASE 1:DESIGN &amp;DEPLOYMENT: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Define requirements , create chatbots workflows , and develop core features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rgbClr val="C00000"/>
                </a:solidFill>
              </a:rPr>
              <a:t>PHASE 2: INTEGRATION&amp;TESTING: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INTEGRATE WITH EXISTING SYSTEMS AND TRAIN CHATBOT WITH CUSTOMERS FEEDBACK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rgbClr val="C00000"/>
                </a:solidFill>
              </a:rPr>
              <a:t>PHASE 3: DEPLOYMENT&amp;MONITORING: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Launch the system, monitor performance , and make iterative </a:t>
            </a:r>
            <a:r>
              <a:rPr lang="en-IN" dirty="0" err="1"/>
              <a:t>improvments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63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E015-C13B-6B0E-B4FA-60A69D53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90513"/>
          </a:xfrm>
        </p:spPr>
        <p:txBody>
          <a:bodyPr>
            <a:noAutofit/>
          </a:bodyPr>
          <a:lstStyle/>
          <a:p>
            <a:r>
              <a:rPr lang="en-US" sz="4800" b="1" i="1" dirty="0">
                <a:solidFill>
                  <a:schemeClr val="accent2">
                    <a:lumMod val="50000"/>
                  </a:schemeClr>
                </a:solidFill>
              </a:rPr>
              <a:t>“BENEFITS”</a:t>
            </a:r>
            <a:endParaRPr lang="en-IN" sz="48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FE7B2-330F-BA4E-05D1-1C6BAFE8F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140" y="2319288"/>
            <a:ext cx="10018713" cy="51847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EFFICIENCY: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   Automate routine tasks and reduces manual effort.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chemeClr val="accent2">
                    <a:lumMod val="75000"/>
                  </a:schemeClr>
                </a:solidFill>
              </a:rPr>
              <a:t>AVAILIBILTY: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Provides 24/7 support , ensuring help is always available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 err="1">
                <a:solidFill>
                  <a:schemeClr val="accent2">
                    <a:lumMod val="75000"/>
                  </a:schemeClr>
                </a:solidFill>
              </a:rPr>
              <a:t>Scalibity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Easily handles a large volume of tickets without additional resources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i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83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14B3-7438-9B83-B223-FA06617C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751" y="556181"/>
            <a:ext cx="8710367" cy="970961"/>
          </a:xfrm>
        </p:spPr>
        <p:txBody>
          <a:bodyPr/>
          <a:lstStyle/>
          <a:p>
            <a:r>
              <a:rPr lang="en-US" i="1" u="sng" dirty="0">
                <a:solidFill>
                  <a:schemeClr val="accent2">
                    <a:lumMod val="75000"/>
                  </a:schemeClr>
                </a:solidFill>
              </a:rPr>
              <a:t>“FUTURE ENHANCEMENTS”</a:t>
            </a:r>
            <a:endParaRPr lang="en-IN" i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4E6FC-36F3-D009-AF0F-E5FFEFCC9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4726"/>
            <a:ext cx="10018713" cy="41195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solidFill>
                  <a:srgbClr val="FF0000"/>
                </a:solidFill>
              </a:rPr>
              <a:t>ADVANCED ANALYSIS: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 data analytics to gain insights into ticket trends and user needs.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rgbClr val="FF0000"/>
                </a:solidFill>
              </a:rPr>
              <a:t>MULTILINGUAL SUPPORT: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Extend chatbot capabilities to handle multiple languages.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rgbClr val="FF0000"/>
                </a:solidFill>
              </a:rPr>
              <a:t>Voice Integration</a:t>
            </a:r>
            <a:r>
              <a:rPr lang="en-IN" i="1" dirty="0">
                <a:solidFill>
                  <a:srgbClr val="FF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Incorporate voice recognition for hands free ticketing.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82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46F6-6029-400B-ED42-6FD899FC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749" y="504726"/>
            <a:ext cx="7004115" cy="984709"/>
          </a:xfrm>
        </p:spPr>
        <p:txBody>
          <a:bodyPr/>
          <a:lstStyle/>
          <a:p>
            <a:r>
              <a:rPr lang="en-US" b="1" i="1" u="sng" dirty="0">
                <a:solidFill>
                  <a:schemeClr val="accent2">
                    <a:lumMod val="75000"/>
                  </a:schemeClr>
                </a:solidFill>
              </a:rPr>
              <a:t>“CONCLUSION”</a:t>
            </a:r>
            <a:endParaRPr lang="en-IN" b="1" i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E7D4A-875A-77DB-D97C-1731A8427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85925"/>
            <a:ext cx="10018713" cy="4143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solidFill>
                  <a:srgbClr val="C00000"/>
                </a:solidFill>
              </a:rPr>
              <a:t>SUMMARY</a:t>
            </a:r>
            <a:r>
              <a:rPr lang="en-US" b="1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The Chatbot – based ticketing system offers a modern solution to enhance support efficiency and user satisfaction.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i="1" dirty="0">
                <a:solidFill>
                  <a:srgbClr val="C00000"/>
                </a:solidFill>
              </a:rPr>
              <a:t>CALL TO ACTION: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Encourage feedback, collaboration and further development  to refine and expand the system.</a:t>
            </a:r>
          </a:p>
        </p:txBody>
      </p:sp>
    </p:spTree>
    <p:extLst>
      <p:ext uri="{BB962C8B-B14F-4D97-AF65-F5344CB8AC3E}">
        <p14:creationId xmlns:p14="http://schemas.microsoft.com/office/powerpoint/2010/main" val="1285960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8ABA56-0550-3F22-B921-314E994B98EB}"/>
              </a:ext>
            </a:extLst>
          </p:cNvPr>
          <p:cNvSpPr txBox="1"/>
          <p:nvPr/>
        </p:nvSpPr>
        <p:spPr>
          <a:xfrm>
            <a:off x="3393648" y="838985"/>
            <a:ext cx="4836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u="sng" dirty="0">
                <a:solidFill>
                  <a:schemeClr val="bg1"/>
                </a:solidFill>
                <a:latin typeface="Arial Black" panose="020B0A04020102020204" pitchFamily="34" charset="0"/>
              </a:rPr>
              <a:t>THANK YOU</a:t>
            </a:r>
            <a:endParaRPr lang="en-IN" sz="5400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F4456-0270-417C-738A-81C012CCE625}"/>
              </a:ext>
            </a:extLst>
          </p:cNvPr>
          <p:cNvSpPr txBox="1"/>
          <p:nvPr/>
        </p:nvSpPr>
        <p:spPr>
          <a:xfrm>
            <a:off x="744719" y="3139123"/>
            <a:ext cx="319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WORK BY : CODE CREW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65F4B-D59F-7DAE-9BBA-CE1B0DBA6D53}"/>
              </a:ext>
            </a:extLst>
          </p:cNvPr>
          <p:cNvSpPr txBox="1"/>
          <p:nvPr/>
        </p:nvSpPr>
        <p:spPr>
          <a:xfrm>
            <a:off x="754145" y="3469061"/>
            <a:ext cx="2781531" cy="2532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SUJAL PRASAD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PRAVESH SHARMA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ATUL GAUTAM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YASHIKA GAUTAM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ARYAN GUPTA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u="sng" dirty="0"/>
              <a:t>AASHISH KR PRASAD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8148581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327</TotalTime>
  <Words>502</Words>
  <Application>Microsoft Office PowerPoint</Application>
  <PresentationFormat>Widescreen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Wingdings</vt:lpstr>
      <vt:lpstr>Wingdings 3</vt:lpstr>
      <vt:lpstr>Ion Boardroom</vt:lpstr>
      <vt:lpstr>“SMART INDIA HACKATHON 2024”</vt:lpstr>
      <vt:lpstr>“INTRODUCTION”</vt:lpstr>
      <vt:lpstr>PowerPoint Presentation</vt:lpstr>
      <vt:lpstr>PROBLEM STATEMENTS”</vt:lpstr>
      <vt:lpstr>“SOLUTION OVERVIEW”</vt:lpstr>
      <vt:lpstr>“KEY FEATURES”</vt:lpstr>
      <vt:lpstr>“PROBLEM SOLVING APPROCHES”</vt:lpstr>
      <vt:lpstr>“IMPLEMENTATION STRATEGY”</vt:lpstr>
      <vt:lpstr>“BENEFITS”</vt:lpstr>
      <vt:lpstr>“FUTURE ENHANCEMENTS”</vt:lpstr>
      <vt:lpstr>“CONCLUSION”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Gupta</dc:creator>
  <cp:lastModifiedBy>A Gupta</cp:lastModifiedBy>
  <cp:revision>9</cp:revision>
  <dcterms:created xsi:type="dcterms:W3CDTF">2024-08-30T05:33:13Z</dcterms:created>
  <dcterms:modified xsi:type="dcterms:W3CDTF">2024-08-31T05:58:26Z</dcterms:modified>
</cp:coreProperties>
</file>