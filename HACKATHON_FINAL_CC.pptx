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howSpecialPlsOnTitleSld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04864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</a:ln>
        </p:spPr>
        <p:txBody>
          <a:bodyPr anchor="ctr" anchorCtr="0" bIns="45720" compatLnSpc="1" lIns="91440" numCol="1" rIns="91440" tIns="45720" vert="horz" wrap="square"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</a:ln>
        </p:spPr>
        <p:txBody>
          <a:bodyPr anchor="t" anchorCtr="0" bIns="45720" compatLnSpc="1" lIns="91440" numCol="1" rIns="91440" tIns="45720" vert="horz" wrap="square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/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p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b="1" dirty="0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p>
            <a:r>
              <a:rPr b="1" dirty="0" sz="4000" lang="en-US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b="1" dirty="0" sz="4000" lang="en-IN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250007" y="1586613"/>
            <a:ext cx="5924550" cy="5234940"/>
          </a:xfrm>
          <a:prstGeom prst="rect"/>
          <a:noFill/>
        </p:spPr>
        <p:txBody>
          <a:bodyPr rtlCol="0" wrap="square">
            <a:spAutoFit/>
          </a:bodyPr>
          <a:p>
            <a:endParaRPr dirty="0" lang="en-US"/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ID –SIH1648</a:t>
            </a:r>
            <a:endParaRPr b="1"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Title-ONLINE CHATBOT BASED TICKETING SYSTEM</a:t>
            </a:r>
            <a:endParaRPr b="1" dirty="0" sz="20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Theme-TRAVEL&amp;TOURISM</a:t>
            </a:r>
            <a:endParaRPr b="1"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b="1"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b="1"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indent="-285750" marL="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Team Name = Team Code Crew</a:t>
            </a:r>
            <a:endParaRPr b="1"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3" name="Google Shape;93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p>
            <a:pPr eaLnBrk="1" hangingPunct="1"/>
            <a:br>
              <a:rPr b="1" dirty="0" sz="3600" lang="en-US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b="1" dirty="0" sz="3600" lang="en-US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b="1" dirty="0" sz="3600" lang="en-US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1513841"/>
          </a:xfrm>
          <a:prstGeom prst="rect"/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just"/>
            <a:r>
              <a:rPr dirty="0" sz="2400" lang="en-US"/>
              <a:t>Our online ticketing system,  revolutionizes the way people buy tickets for events, travel, and entertainment. It offers a seamless, secure, and user-friendly platform for purchasing and managing tickets online, reducing wait times, preventing fraud, and providing real-time updates for both users and event organizers."</a:t>
            </a:r>
            <a:endParaRPr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565" y="252095"/>
            <a:ext cx="1490980" cy="979170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altLang="en-IN" dirty="0" lang="en-US"/>
              <a:t>TEAM</a:t>
            </a:r>
            <a:endParaRPr altLang="en-IN" dirty="0" lang="en-US"/>
          </a:p>
          <a:p>
            <a:pPr algn="ctr"/>
            <a:r>
              <a:rPr altLang="en-IN" dirty="0" lang="en-US"/>
              <a:t>CODE</a:t>
            </a:r>
            <a:endParaRPr altLang="en-IN" dirty="0" lang="en-US"/>
          </a:p>
          <a:p>
            <a:pPr algn="ctr"/>
            <a:r>
              <a:rPr altLang="en-IN" dirty="0" lang="en-US"/>
              <a:t>CREW</a:t>
            </a:r>
            <a:endParaRPr altLang="en-IN" dirty="0" lang="en-US"/>
          </a:p>
        </p:txBody>
      </p:sp>
      <p:pic>
        <p:nvPicPr>
          <p:cNvPr id="2097154" name="Google Shape;93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2097156" name="Picture 2097158" descr="C:\Users\XLR8\Downloads\727ad3a7-845c-41c9-a828-364d6f022e3f.jpg727ad3a7-845c-41c9-a828-364d6f022e3f"/>
          <p:cNvPicPr>
            <a:picLocks/>
          </p:cNvPicPr>
          <p:nvPr/>
        </p:nvPicPr>
        <p:blipFill>
          <a:blip xmlns:r="http://schemas.openxmlformats.org/officeDocument/2006/relationships" r:embed="rId1"/>
          <a:srcRect t="11271" r="2723" b="6312"/>
          <a:stretch>
            <a:fillRect/>
          </a:stretch>
        </p:blipFill>
        <p:spPr>
          <a:xfrm>
            <a:off x="0" y="533399"/>
            <a:ext cx="11933555" cy="6617335"/>
          </a:xfrm>
          <a:prstGeom prst="rect"/>
        </p:spPr>
      </p:pic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b="1" dirty="0" sz="3600" lang="en-US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pic>
        <p:nvPicPr>
          <p:cNvPr id="2097155" name="Google Shape;93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/>
          <a:noFill/>
          <a:ln>
            <a:noFill/>
          </a:ln>
        </p:spPr>
      </p:pic>
      <p:sp>
        <p:nvSpPr>
          <p:cNvPr id="1048609" name="Text Box 0"/>
          <p:cNvSpPr txBox="1"/>
          <p:nvPr/>
        </p:nvSpPr>
        <p:spPr>
          <a:xfrm>
            <a:off x="5303444" y="1230451"/>
            <a:ext cx="1154430" cy="454660"/>
          </a:xfrm>
          <a:prstGeom prst="rect"/>
          <a:ln>
            <a:noFill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wrap="none">
            <a:prstTxWarp prst="textNoShape"/>
            <a:noAutofit/>
          </a:bodyPr>
          <a:p>
            <a:pPr algn="l"/>
            <a:r>
              <a:rPr sz="2800" lang="en-US">
                <a:solidFill>
                  <a:schemeClr val="tx1"/>
                </a:solidFill>
                <a:effectLst>
                  <a:outerShdw algn="tl" blurRad="38100" dir="2700000" dist="19050" rotWithShape="0">
                    <a:schemeClr val="dk1">
                      <a:alpha val="40000"/>
                    </a:schemeClr>
                  </a:outerShdw>
                </a:effectLst>
                <a:latin typeface="Franklin Gothic Medium" panose="020B0603020102020204" charset="0"/>
                <a:cs typeface="Franklin Gothic Medium" panose="020B0603020102020204" charset="0"/>
              </a:rPr>
              <a:t>START</a:t>
            </a:r>
            <a:endParaRPr sz="2800" lang="en-US">
              <a:solidFill>
                <a:schemeClr val="tx1"/>
              </a:solidFill>
              <a:effectLst>
                <a:outerShdw algn="tl" blurRad="38100" dir="2700000" dist="19050" rotWithShape="0">
                  <a:schemeClr val="dk1">
                    <a:alpha val="40000"/>
                  </a:schemeClr>
                </a:outerShdw>
              </a:effectLst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1048610" name="Text Box 3"/>
          <p:cNvSpPr txBox="1"/>
          <p:nvPr/>
        </p:nvSpPr>
        <p:spPr>
          <a:xfrm>
            <a:off x="1344294" y="3252470"/>
            <a:ext cx="1732915" cy="576580"/>
          </a:xfrm>
          <a:prstGeom prst="rect"/>
          <a:noFill/>
        </p:spPr>
        <p:txBody>
          <a:bodyPr rtlCol="0" wrap="square">
            <a:noAutofit/>
          </a:bodyPr>
          <a:p>
            <a:pPr algn="ctr"/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USER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/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 FRIEDLY 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/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 SERVICES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</p:txBody>
      </p:sp>
      <p:sp>
        <p:nvSpPr>
          <p:cNvPr id="1048611" name="Text Box 4"/>
          <p:cNvSpPr txBox="1"/>
          <p:nvPr/>
        </p:nvSpPr>
        <p:spPr>
          <a:xfrm>
            <a:off x="4939029" y="3037913"/>
            <a:ext cx="1757660" cy="983226"/>
          </a:xfrm>
          <a:prstGeom prst="rect"/>
          <a:noFill/>
        </p:spPr>
        <p:txBody>
          <a:bodyPr anchor="t" rtlCol="0" wrap="square">
            <a:noAutofit/>
          </a:bodyPr>
          <a:p>
            <a:pPr algn="ctr" eaLnBrk="1" hangingPunct="1" indent="0" latinLnBrk="0" marL="0"/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  <a:sym typeface="+mn-ea"/>
              </a:rPr>
              <a:t>CHATBOT BASED</a:t>
            </a:r>
            <a:endParaRPr b="1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 eaLnBrk="1" hangingPunct="1" indent="0" latinLnBrk="0" marL="0">
              <a:lnSpc>
                <a:spcPct val="150000"/>
              </a:lnSpc>
            </a:pPr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TICKETING 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 eaLnBrk="1" hangingPunct="1" indent="0" latinLnBrk="0" marL="0"/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SYSTEM</a:t>
            </a:r>
            <a:endParaRPr b="1" sz="1600" lang="en-US"/>
          </a:p>
          <a:p>
            <a:pPr algn="ctr"/>
            <a:endParaRPr b="1" sz="1600" lang="en-US"/>
          </a:p>
        </p:txBody>
      </p:sp>
      <p:sp>
        <p:nvSpPr>
          <p:cNvPr id="1048612" name="Text Box 5"/>
          <p:cNvSpPr txBox="1"/>
          <p:nvPr/>
        </p:nvSpPr>
        <p:spPr>
          <a:xfrm>
            <a:off x="7852200" y="2902336"/>
            <a:ext cx="3455035" cy="1780541"/>
          </a:xfrm>
          <a:prstGeom prst="rect"/>
          <a:noFill/>
        </p:spPr>
        <p:txBody>
          <a:bodyPr anchor="t" rtlCol="0" wrap="square">
            <a:spAutoFit/>
          </a:bodyPr>
          <a:p>
            <a:pPr algn="ctr">
              <a:lnSpc>
                <a:spcPct val="150000"/>
              </a:lnSpc>
            </a:pPr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HUMAN SUPPORT 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>
              <a:lnSpc>
                <a:spcPct val="150000"/>
              </a:lnSpc>
            </a:pPr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IN SOLVING 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>
              <a:lnSpc>
                <a:spcPct val="150000"/>
              </a:lnSpc>
            </a:pPr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TICKET RELATED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pPr algn="ctr">
              <a:lnSpc>
                <a:spcPct val="150000"/>
              </a:lnSpc>
            </a:pPr>
            <a:r>
              <a:rPr b="1" sz="1600" lang="en-US">
                <a:latin typeface="Plantagenet Cherokee" panose="02020602070100000000" charset="0"/>
                <a:cs typeface="Plantagenet Cherokee" panose="02020602070100000000" charset="0"/>
              </a:rPr>
              <a:t>ISSUES</a:t>
            </a:r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  <a:p>
            <a:endParaRPr b="1" sz="1600" lang="en-US">
              <a:latin typeface="Plantagenet Cherokee" panose="02020602070100000000" charset="0"/>
              <a:cs typeface="Plantagenet Cherokee" panose="02020602070100000000" charset="0"/>
            </a:endParaRPr>
          </a:p>
        </p:txBody>
      </p:sp>
      <p:sp>
        <p:nvSpPr>
          <p:cNvPr id="1048613" name="Text Box 6"/>
          <p:cNvSpPr txBox="1"/>
          <p:nvPr/>
        </p:nvSpPr>
        <p:spPr>
          <a:xfrm>
            <a:off x="1035685" y="5245417"/>
            <a:ext cx="2985135" cy="607060"/>
          </a:xfrm>
          <a:prstGeom prst="rect"/>
          <a:noFill/>
        </p:spPr>
        <p:txBody>
          <a:bodyPr anchor="t" rtlCol="0" wrap="square">
            <a:noAutofit/>
          </a:bodyPr>
          <a:p>
            <a:r>
              <a:rPr sz="1600" lang="en-US"/>
              <a:t>REAL TIME UPDATES</a:t>
            </a:r>
            <a:endParaRPr sz="1600" lang="en-US"/>
          </a:p>
          <a:p>
            <a:r>
              <a:rPr sz="1600" lang="en-US"/>
              <a:t>ON VEHICLE DELAYS</a:t>
            </a:r>
            <a:endParaRPr sz="1600" lang="en-US"/>
          </a:p>
          <a:p>
            <a:endParaRPr sz="1600" lang="en-US"/>
          </a:p>
        </p:txBody>
      </p:sp>
      <p:sp>
        <p:nvSpPr>
          <p:cNvPr id="1048614" name="Text Box 8"/>
          <p:cNvSpPr txBox="1"/>
          <p:nvPr/>
        </p:nvSpPr>
        <p:spPr>
          <a:xfrm>
            <a:off x="5111010" y="-1969663"/>
            <a:ext cx="2278380" cy="681990"/>
          </a:xfrm>
          <a:prstGeom prst="rect"/>
          <a:noFill/>
        </p:spPr>
        <p:txBody>
          <a:bodyPr anchor="t" rtlCol="0" wrap="square">
            <a:noAutofit/>
          </a:bodyPr>
          <a:p>
            <a:endParaRPr sz="1600" lang="en-US"/>
          </a:p>
        </p:txBody>
      </p:sp>
      <p:sp>
        <p:nvSpPr>
          <p:cNvPr id="1048615" name="Text Box 9"/>
          <p:cNvSpPr txBox="1"/>
          <p:nvPr/>
        </p:nvSpPr>
        <p:spPr>
          <a:xfrm>
            <a:off x="4803773" y="6094133"/>
            <a:ext cx="2683515" cy="512248"/>
          </a:xfrm>
          <a:prstGeom prst="rect"/>
          <a:noFill/>
        </p:spPr>
        <p:txBody>
          <a:bodyPr anchor="t" rtlCol="0" wrap="square">
            <a:noAutofit/>
          </a:bodyPr>
          <a:p>
            <a:pPr algn="l"/>
            <a:r>
              <a:rPr sz="1600" lang="en-US"/>
              <a:t>HUMAN SUPPORT</a:t>
            </a:r>
            <a:r>
              <a:rPr sz="1600" lang="en-US"/>
              <a:t> </a:t>
            </a:r>
            <a:r>
              <a:rPr sz="1600" lang="en-US"/>
              <a:t>AND </a:t>
            </a:r>
            <a:r>
              <a:rPr sz="1600" lang="en-US"/>
              <a:t>GENERAT</a:t>
            </a:r>
            <a:r>
              <a:rPr sz="1600" lang="en-US"/>
              <a:t>E</a:t>
            </a:r>
            <a:r>
              <a:rPr sz="1600" lang="en-US"/>
              <a:t>I</a:t>
            </a:r>
            <a:r>
              <a:rPr sz="1600" lang="en-US"/>
              <a:t>SSUES</a:t>
            </a:r>
            <a:endParaRPr sz="1600" lang="en-US"/>
          </a:p>
          <a:p>
            <a:pPr algn="l"/>
            <a:endParaRPr sz="1600" lang="en-US"/>
          </a:p>
        </p:txBody>
      </p:sp>
      <p:sp>
        <p:nvSpPr>
          <p:cNvPr id="1048616" name="Text Box 11"/>
          <p:cNvSpPr txBox="1"/>
          <p:nvPr/>
        </p:nvSpPr>
        <p:spPr>
          <a:xfrm>
            <a:off x="4792980" y="5357811"/>
            <a:ext cx="2307590" cy="829945"/>
          </a:xfrm>
          <a:prstGeom prst="rect"/>
          <a:noFill/>
        </p:spPr>
        <p:txBody>
          <a:bodyPr anchor="t" rtlCol="0" wrap="square">
            <a:spAutoFit/>
          </a:bodyPr>
          <a:p>
            <a:pPr algn="l"/>
            <a:r>
              <a:rPr sz="1600" lang="en-US"/>
              <a:t>REAL TIME ISSUS ON TICKETING SYSTEM</a:t>
            </a:r>
            <a:endParaRPr sz="1600" lang="en-US"/>
          </a:p>
          <a:p>
            <a:endParaRPr sz="1600" lang="en-US"/>
          </a:p>
        </p:txBody>
      </p:sp>
      <p:sp>
        <p:nvSpPr>
          <p:cNvPr id="1048617" name="Text Box 12"/>
          <p:cNvSpPr txBox="1"/>
          <p:nvPr/>
        </p:nvSpPr>
        <p:spPr>
          <a:xfrm>
            <a:off x="812565" y="6042660"/>
            <a:ext cx="3208255" cy="815340"/>
          </a:xfrm>
          <a:prstGeom prst="rect"/>
          <a:noFill/>
        </p:spPr>
        <p:txBody>
          <a:bodyPr anchor="t" rtlCol="0" wrap="square">
            <a:spAutoFit/>
          </a:bodyPr>
          <a:p>
            <a:pPr algn="ctr" eaLnBrk="1" hangingPunct="1" indent="0" latinLnBrk="0" marL="0"/>
            <a:r>
              <a:rPr sz="1600" lang="en-US"/>
              <a:t>REFUND SYSTEM IN CASE</a:t>
            </a:r>
            <a:endParaRPr sz="1600" lang="en-US"/>
          </a:p>
          <a:p>
            <a:pPr algn="l" eaLnBrk="1" hangingPunct="1" indent="0" latinLnBrk="0" marL="0"/>
            <a:r>
              <a:rPr sz="1600" lang="en-US"/>
              <a:t>    OF ANY EMERGENCY</a:t>
            </a:r>
            <a:endParaRPr sz="1600" lang="en-US"/>
          </a:p>
          <a:p>
            <a:pPr algn="ctr"/>
            <a:endParaRPr sz="1600" lang="en-US"/>
          </a:p>
        </p:txBody>
      </p:sp>
      <p:sp>
        <p:nvSpPr>
          <p:cNvPr id="1048618" name="Text Box 18"/>
          <p:cNvSpPr txBox="1"/>
          <p:nvPr/>
        </p:nvSpPr>
        <p:spPr>
          <a:xfrm>
            <a:off x="8572500" y="5332101"/>
            <a:ext cx="4064000" cy="583565"/>
          </a:xfrm>
          <a:prstGeom prst="rect"/>
          <a:noFill/>
        </p:spPr>
        <p:txBody>
          <a:bodyPr rtlCol="0" wrap="square">
            <a:spAutoFit/>
          </a:bodyPr>
          <a:p>
            <a:r>
              <a:rPr sz="1600" lang="en-US"/>
              <a:t>COSTUMER CARE </a:t>
            </a:r>
            <a:endParaRPr sz="1600" lang="en-US"/>
          </a:p>
          <a:p>
            <a:r>
              <a:rPr sz="1600" lang="en-US"/>
              <a:t>NUMBER </a:t>
            </a:r>
            <a:endParaRPr sz="1600" lang="en-US"/>
          </a:p>
        </p:txBody>
      </p:sp>
      <p:sp>
        <p:nvSpPr>
          <p:cNvPr id="1048619" name="Text Box 19"/>
          <p:cNvSpPr txBox="1"/>
          <p:nvPr/>
        </p:nvSpPr>
        <p:spPr>
          <a:xfrm>
            <a:off x="8572500" y="6095050"/>
            <a:ext cx="4064000" cy="583565"/>
          </a:xfrm>
          <a:prstGeom prst="rect"/>
          <a:noFill/>
        </p:spPr>
        <p:txBody>
          <a:bodyPr rtlCol="0" wrap="square">
            <a:spAutoFit/>
          </a:bodyPr>
          <a:p>
            <a:r>
              <a:rPr sz="1600" lang="en-US"/>
              <a:t>EMAIL= xyz@gmail.com</a:t>
            </a:r>
            <a:endParaRPr sz="1600" lang="en-US"/>
          </a:p>
          <a:p>
            <a:endParaRPr sz="1600" lang="en-US"/>
          </a:p>
        </p:txBody>
      </p:sp>
      <p:sp>
        <p:nvSpPr>
          <p:cNvPr id="1048620" name="Oval 10" descr="Your startup LOGO"/>
          <p:cNvSpPr/>
          <p:nvPr/>
        </p:nvSpPr>
        <p:spPr>
          <a:xfrm>
            <a:off x="329565" y="252095"/>
            <a:ext cx="1412240" cy="995680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altLang="en-IN" dirty="0" lang="en-US"/>
              <a:t>TEAM</a:t>
            </a:r>
            <a:endParaRPr altLang="en-IN" dirty="0" lang="en-US"/>
          </a:p>
          <a:p>
            <a:pPr algn="ctr"/>
            <a:r>
              <a:rPr altLang="en-IN" dirty="0" lang="en-US"/>
              <a:t>CODE</a:t>
            </a:r>
            <a:endParaRPr altLang="en-IN" dirty="0" lang="en-US"/>
          </a:p>
          <a:p>
            <a:pPr algn="ctr"/>
            <a:r>
              <a:rPr altLang="en-IN" dirty="0" lang="en-US"/>
              <a:t>CREW</a:t>
            </a:r>
            <a:endParaRPr altLang="en-IN" dirty="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b="1" dirty="0" sz="3600" lang="en-US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26" name="TextBox 8"/>
          <p:cNvSpPr txBox="1">
            <a:spLocks noChangeArrowheads="1"/>
          </p:cNvSpPr>
          <p:nvPr/>
        </p:nvSpPr>
        <p:spPr bwMode="auto">
          <a:xfrm>
            <a:off x="514350" y="2000253"/>
            <a:ext cx="9385300" cy="3863340"/>
          </a:xfrm>
          <a:prstGeom prst="rect"/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r>
              <a:rPr b="1" dirty="0" sz="2000" lang="en-US">
                <a:solidFill>
                  <a:srgbClr val="FF0000"/>
                </a:solidFill>
              </a:rPr>
              <a:t>Analysis of Feasibility</a:t>
            </a:r>
            <a:endParaRPr b="1" dirty="0" sz="2000" 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b="1" dirty="0" sz="2000" i="1" lang="en-US"/>
              <a:t>Growing Digital Ecosystem</a:t>
            </a:r>
            <a:r>
              <a:rPr dirty="0" sz="2000" lang="en-US"/>
              <a:t>: India's expanding internet user base and increased smartphone adoption provide a strong foundation for the feasibility of an online ticketing system.</a:t>
            </a:r>
            <a:endParaRPr dirty="0" sz="2000" lang="en-US"/>
          </a:p>
          <a:p>
            <a:r>
              <a:rPr b="1" dirty="0" sz="2000" lang="en-US"/>
              <a:t>Potential Challenges and Risks</a:t>
            </a:r>
            <a:endParaRPr b="1" dirty="0" sz="2000" lang="en-US"/>
          </a:p>
          <a:p>
            <a:pPr>
              <a:buFont typeface="Arial" panose="020B0604020202020204" pitchFamily="34" charset="0"/>
              <a:buChar char="•"/>
            </a:pPr>
            <a:r>
              <a:rPr b="1" dirty="0" sz="2000" lang="en-US"/>
              <a:t>Digital Divide</a:t>
            </a:r>
            <a:r>
              <a:rPr dirty="0" sz="2000" lang="en-US"/>
              <a:t>: Uneven internet access, especially in rural areas, and concerns over online security may limit widespread adoption.</a:t>
            </a:r>
            <a:endParaRPr dirty="0" sz="2000" lang="en-US"/>
          </a:p>
          <a:p>
            <a:r>
              <a:rPr b="1" dirty="0" sz="2000" lang="en-US"/>
              <a:t>Strategies for Overcoming Challenges</a:t>
            </a:r>
            <a:endParaRPr b="1" dirty="0" sz="2000" lang="en-US"/>
          </a:p>
          <a:p>
            <a:pPr>
              <a:buFont typeface="Arial" panose="020B0604020202020204" pitchFamily="34" charset="0"/>
              <a:buChar char="•"/>
            </a:pPr>
            <a:r>
              <a:rPr b="1" dirty="0" sz="2000" lang="en-US"/>
              <a:t>Collaborative Efforts and Security Enhancements</a:t>
            </a:r>
            <a:r>
              <a:rPr dirty="0" sz="2000" lang="en-US"/>
              <a:t>: Partner with telecom providers to improve internet reach and implement stringent cybersecurity measures to protect user data and build trust.</a:t>
            </a:r>
            <a:endParaRPr dirty="0" sz="2000" lang="en-US"/>
          </a:p>
          <a:p>
            <a:pPr algn="just" defTabSz="457200" eaLnBrk="1" fontAlgn="base" hangingPunct="1" latinLnBrk="0" lv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2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7" name="Google Shape;93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/>
          <a:noFill/>
          <a:ln>
            <a:noFill/>
          </a:ln>
        </p:spPr>
      </p:pic>
      <p:sp>
        <p:nvSpPr>
          <p:cNvPr id="1048629" name="Oval 11" descr="Your startup LOGO"/>
          <p:cNvSpPr/>
          <p:nvPr/>
        </p:nvSpPr>
        <p:spPr>
          <a:xfrm>
            <a:off x="329565" y="252095"/>
            <a:ext cx="1474470" cy="978535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altLang="en-IN" dirty="0" lang="en-US"/>
              <a:t>TEAM CODE</a:t>
            </a:r>
            <a:endParaRPr altLang="en-IN" dirty="0" lang="en-US"/>
          </a:p>
          <a:p>
            <a:pPr algn="ctr"/>
            <a:r>
              <a:rPr altLang="en-IN" dirty="0" lang="en-US"/>
              <a:t>CREW</a:t>
            </a:r>
            <a:endParaRPr altLang="en-IN" dirty="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b="1" dirty="0" sz="3600" lang="en-US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35" name="TextBox 8"/>
          <p:cNvSpPr txBox="1">
            <a:spLocks noChangeArrowheads="1"/>
          </p:cNvSpPr>
          <p:nvPr/>
        </p:nvSpPr>
        <p:spPr bwMode="auto">
          <a:xfrm>
            <a:off x="203200" y="1527323"/>
            <a:ext cx="9385300" cy="4257040"/>
          </a:xfrm>
          <a:prstGeom prst="rect"/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400" i="1" lang="en-US"/>
              <a:t>The online ticketing system will provide convenience and accessibility, reducing wait times and improving user experience, while also offering secure and easy payment options for a diverse audience</a:t>
            </a:r>
            <a:r>
              <a:rPr dirty="0" sz="2800" i="1" lang="en-US"/>
              <a:t>.</a:t>
            </a:r>
            <a:endParaRPr dirty="0" sz="2800" i="1" lang="en-US"/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dirty="0" sz="2800" i="1"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400" i="1" lang="en-US"/>
              <a:t>The online ticketing system offers social convenience, reduces economic costs by eliminating the need for physical ticket outlets, and is environmentally friendly by minimizing paper usage and carbon footprint.</a:t>
            </a:r>
            <a:endParaRPr dirty="0" sz="2400" i="1"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dirty="0" sz="2800" i="1"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dirty="0" sz="2800" i="1"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3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8" name="Google Shape;93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/>
          <a:noFill/>
          <a:ln>
            <a:noFill/>
          </a:ln>
        </p:spPr>
      </p:pic>
      <p:sp>
        <p:nvSpPr>
          <p:cNvPr id="1048638" name="Oval 11" descr="Your startup LOGO"/>
          <p:cNvSpPr/>
          <p:nvPr/>
        </p:nvSpPr>
        <p:spPr>
          <a:xfrm>
            <a:off x="329565" y="252095"/>
            <a:ext cx="1554480" cy="979170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altLang="en-IN" dirty="0" lang="en-US"/>
              <a:t>TEAM</a:t>
            </a:r>
            <a:endParaRPr altLang="en-IN" dirty="0" lang="en-US"/>
          </a:p>
          <a:p>
            <a:pPr algn="ctr"/>
            <a:r>
              <a:rPr altLang="en-IN" dirty="0" lang="en-US"/>
              <a:t>CODE</a:t>
            </a:r>
            <a:endParaRPr altLang="en-IN" dirty="0" lang="en-US"/>
          </a:p>
          <a:p>
            <a:pPr algn="ctr"/>
            <a:r>
              <a:rPr altLang="en-IN" dirty="0" lang="en-US"/>
              <a:t>CREW</a:t>
            </a:r>
            <a:endParaRPr altLang="en-IN" dirty="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b="1" dirty="0" sz="3600" lang="en-US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644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1767841"/>
          </a:xfrm>
          <a:prstGeom prst="rect"/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C</a:t>
            </a:r>
            <a:r>
              <a:rPr dirty="0" sz="2800"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hatgpt.com</a:t>
            </a:r>
            <a:endParaRPr dirty="0" sz="2800"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Wikipedia.com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Travels and </a:t>
            </a:r>
            <a:r>
              <a:rPr dirty="0" sz="2800"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ourism.in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algn="just" defTabSz="457200" eaLnBrk="1" fontAlgn="base" hangingPunct="1" latinLnBrk="0" lv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04864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097159" name="Google Shape;93;p2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803911" y="81376"/>
            <a:ext cx="2246575" cy="1149075"/>
          </a:xfrm>
          <a:prstGeom prst="rect"/>
          <a:noFill/>
          <a:ln>
            <a:noFill/>
          </a:ln>
        </p:spPr>
      </p:pic>
      <p:sp>
        <p:nvSpPr>
          <p:cNvPr id="1048647" name="Oval 8" descr="Your startup LOGO"/>
          <p:cNvSpPr/>
          <p:nvPr/>
        </p:nvSpPr>
        <p:spPr>
          <a:xfrm>
            <a:off x="329565" y="252095"/>
            <a:ext cx="1554480" cy="1043940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altLang="en-IN" dirty="0" lang="en-US"/>
              <a:t>TEAM</a:t>
            </a:r>
            <a:endParaRPr altLang="en-IN" dirty="0" lang="en-US"/>
          </a:p>
          <a:p>
            <a:pPr algn="ctr"/>
            <a:r>
              <a:rPr altLang="en-IN" dirty="0" lang="en-US"/>
              <a:t>CODE </a:t>
            </a:r>
            <a:endParaRPr altLang="en-IN" dirty="0" lang="en-US"/>
          </a:p>
          <a:p>
            <a:pPr algn="ctr"/>
            <a:r>
              <a:rPr altLang="en-IN" dirty="0" lang="en-US"/>
              <a:t>CREW</a:t>
            </a:r>
            <a:endParaRPr altLang="en-IN" dirty="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WPS Presentation</Application>
  <ScaleCrop>0</ScaleCrop>
  <Company>Crowdfunder, Inc.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 INDIA HACKATHON 2024</dc:title>
  <dc:creator>Crowdfunder</dc:creator>
  <cp:lastModifiedBy>XLR8</cp:lastModifiedBy>
  <dcterms:created xsi:type="dcterms:W3CDTF">2024-08-28T07:20:03Z</dcterms:created>
  <dcterms:modified xsi:type="dcterms:W3CDTF">2024-08-31T13:06:49Z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c69bf558288e437eadb7bbdc45adeedb</vt:lpwstr>
  </property>
  <property fmtid="{D5CDD505-2E9C-101B-9397-08002B2CF9AE}" pid="3" name="KSOProductBuildVer">
    <vt:lpwstr>1033-12.2.0.17545</vt:lpwstr>
  </property>
</Properties>
</file>